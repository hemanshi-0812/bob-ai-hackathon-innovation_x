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AI HACKATHON  ·  TRACK: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Disruption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&amp; Fleet Utilisation Optimizer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decision support for resilient, real-time supply chains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Hemanshi  ·  Vedi  ·  Heta  ·  Tushya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Reactivity Gaps in Supply Chains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teams lack a unified view when disruptions hit — leading to delayed decisions and higher risk.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46304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Weather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closures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blockages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280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46304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06040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&amp; Transit Delays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06040" y="2651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accidents, bottlenecks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1280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40680" y="146304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54406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00600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Failures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00600" y="2651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excursions in transit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03720" y="128016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635240" y="1463040"/>
            <a:ext cx="594360" cy="59436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995160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Idle Time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95160" y="26517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Under-utilised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&amp; capacity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79476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1E40A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886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41605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data → delayed analysis → poor response → higher costs, spoilage &amp; SLA breaches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Decision Assistant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engine that turns fragmented signals into clear, actionable decisions — in minutes, not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28016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shipment, fleet,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&amp; IoT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514600" y="128016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5176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65176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risk &amp; identify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shipments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8016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9204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routes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fleet redeployment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20840" y="21031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95160" y="1280160"/>
            <a:ext cx="21031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32320" y="1417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323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3232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Bob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explanations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611880"/>
            <a:ext cx="8595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Affected-shipment detection  ·  Risk scoring  ·  Smart rerouting  ·  Idle-fleet redeployment  ·  Cold-chain alerts  ·  Natural-language Q&amp;A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60120"/>
            <a:ext cx="91440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 · Fleet · Disruption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Sensors · Routes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960120"/>
            <a:ext cx="91440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 · Processing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91440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Engine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· Routing · Redeploy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97480"/>
            <a:ext cx="91440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 · Vehicles · IoT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46120" y="269748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697480"/>
            <a:ext cx="91440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Dashboard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· Risk · Fleet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72200" y="269748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2697480"/>
            <a:ext cx="91440" cy="15544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926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3383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AI Copilot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Q&amp;A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 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Disruption to Action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18872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route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11680" y="100584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0" y="118872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10312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10312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shipments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794760" y="100584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18872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8620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88620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Lower-impact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100584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18872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vehicle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redeployment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60920" y="100584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09560" y="118872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30" name="Text 28"/>
          <p:cNvSpPr/>
          <p:nvPr/>
        </p:nvSpPr>
        <p:spPr>
          <a:xfrm>
            <a:off x="79095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5236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52360" y="237744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52044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657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SCENARIO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closes Route A → System flags 3 high-risk shipments → Suggests alternate path via Route C → Assigns idle Vehicle V12 → Bob AI explains the recommendation in plain language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TECHNOLOGIES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Used IBM Bob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2062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14400"/>
            <a:ext cx="4206240" cy="91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— DEV PARTNER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Accelerated the entire build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011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Understand &amp; analyze codebase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3591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Plan application 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270662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Implement core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0540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Review code quality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4015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Run development commands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Assist architecture decisions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914400"/>
            <a:ext cx="4160520" cy="91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1188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AI COPILOT — IN-APP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15544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Natural-language Q&amp;A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live supply-chain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37760" y="2194560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19456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shipments are at highest risk?"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37760" y="2697480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269748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"Why is Shipment S104 high risk?"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37760" y="3200400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2004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"Which idle vehicle can be assigned?"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3703320"/>
            <a:ext cx="3703320" cy="438912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37033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"Suggest an alternative route."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IMPACT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Success Looks Like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Response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disruptions &amp;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shipments 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real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Prioritisation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teams on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highest-risk shipments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188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Impact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09360" y="16459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alternative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before delays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269748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Utilisation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Redeploy idle vehicles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intelligently across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Cold-Chain Safety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temperature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excursions early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126480" y="2697480"/>
            <a:ext cx="2788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9360" y="29260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3383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AI-generated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and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0" y="164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— INNOVATION X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828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Innovation X  ·  IBM Bob AI Hackathon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This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914400"/>
            <a:ext cx="9144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Hemanshi Bhayani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024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 &amp; Full-Stack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13533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coordination · React dashboard · Frontend–backend integration · AI Copilot · System testing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78308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83080"/>
            <a:ext cx="9144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 Dhameliya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18928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Shipments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22219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/ Express APIs · MongoDB · Shipment management · Disruption processing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" y="265176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651760"/>
            <a:ext cx="9144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Heta Rajani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7614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AI, Risk &amp; Rerouting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30906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detection · Risk scoring · Affected-shipment analysis · AI rerouting recommendations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520440"/>
            <a:ext cx="8503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520440"/>
            <a:ext cx="91440" cy="7772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Tushya Patel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3630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&amp; Cold-Chain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4360" y="395935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fleet detection · Redeployment · Fleet utilisation · IoT temperature monitoring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Disruption Assistant &amp; Fleet Utilisation Optimizer</dc:title>
  <dc:subject>IBM Bob AI Hackathon - Track: AI</dc:subject>
  <dc:creator>Team Innovation X</dc:creator>
  <cp:lastModifiedBy>Team Innovation X</cp:lastModifiedBy>
  <cp:revision>1</cp:revision>
  <dcterms:created xsi:type="dcterms:W3CDTF">2026-09-14T17:26:51Z</dcterms:created>
  <dcterms:modified xsi:type="dcterms:W3CDTF">2026-09-14T17:26:51Z</dcterms:modified>
</cp:coreProperties>
</file>